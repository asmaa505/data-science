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62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5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7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6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5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2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1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5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844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14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47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1DFDBDB-A713-4B13-A92E-CC7B369C7ECC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C088C77-3D01-477E-8B20-7067192C1CC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357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science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sec6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66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tensorflow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Building </a:t>
            </a:r>
            <a:r>
              <a:rPr lang="en-US" b="1" dirty="0"/>
              <a:t>a machine learning model in </a:t>
            </a:r>
            <a:r>
              <a:rPr lang="en-US" b="1" dirty="0" err="1"/>
              <a:t>TensorFlow</a:t>
            </a:r>
            <a:r>
              <a:rPr lang="en-US" b="1" dirty="0"/>
              <a:t> typically involves the following steps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1: Define the Model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Create a model by specifying the layers, activation functions, and output layers.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Choose an optimizer, loss function, and evaluation metric.</a:t>
            </a:r>
          </a:p>
          <a:p>
            <a:pPr marL="0" indent="0">
              <a:buNone/>
            </a:pPr>
            <a:r>
              <a:rPr lang="en-US" b="1" dirty="0"/>
              <a:t>Step 2: Prepare the Data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Load, preprocess, and split the dataset into training, validation, and test sets.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Data preprocessing might include normalization, reshaping, and encoding categorical variables.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58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tensorflow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Step 3: Train the Model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Feed the training data into the model and perform forward and backward passes.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Use optimization algorithms such as stochastic gradient descent (SGD) or Adam to minimize the loss function.</a:t>
            </a:r>
          </a:p>
          <a:p>
            <a:pPr marL="0" indent="0">
              <a:buNone/>
            </a:pPr>
            <a:r>
              <a:rPr lang="en-US" b="1" dirty="0"/>
              <a:t>Step 4: Evaluate the Model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After training, evaluate the model’s performance on the validation and test sets to assess its generalization ability</a:t>
            </a:r>
            <a:r>
              <a:rPr lang="en-US" dirty="0" smtClean="0"/>
              <a:t>.</a:t>
            </a:r>
            <a:endParaRPr lang="ar-EG" dirty="0" smtClean="0"/>
          </a:p>
          <a:p>
            <a:pPr marL="0" indent="0">
              <a:buNone/>
            </a:pPr>
            <a:r>
              <a:rPr lang="en-US" b="1" dirty="0"/>
              <a:t>Step 5: Deploy the Model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Once the model is trained and evaluated, deploy it to a production environment using </a:t>
            </a:r>
            <a:r>
              <a:rPr lang="en-US" dirty="0" err="1"/>
              <a:t>TensorFlow</a:t>
            </a:r>
            <a:r>
              <a:rPr lang="en-US" dirty="0"/>
              <a:t> Serving, </a:t>
            </a:r>
            <a:r>
              <a:rPr lang="en-US" dirty="0" err="1"/>
              <a:t>TensorFlow</a:t>
            </a:r>
            <a:r>
              <a:rPr lang="en-US" dirty="0"/>
              <a:t> Lite, or other deployment tools.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15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tensorflow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Building a Simple Model with </a:t>
            </a:r>
            <a:r>
              <a:rPr lang="en-US" dirty="0" err="1"/>
              <a:t>TensorFlow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Let’s learn how to create and train a simple neural network with </a:t>
            </a:r>
            <a:r>
              <a:rPr lang="en-US" dirty="0" err="1"/>
              <a:t>TensorFlow</a:t>
            </a:r>
            <a:r>
              <a:rPr lang="en-US" dirty="0"/>
              <a:t> using the steps discussed above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Here, we have loaded the MNIST Dataset and processed the image. Then, we have built a simple neural network using </a:t>
            </a:r>
            <a:r>
              <a:rPr lang="en-US" dirty="0" err="1"/>
              <a:t>TensorFlow’s</a:t>
            </a:r>
            <a:r>
              <a:rPr lang="en-US" dirty="0"/>
              <a:t> Sequential API with two layers</a:t>
            </a:r>
            <a:r>
              <a:rPr lang="en-US" dirty="0" smtClean="0"/>
              <a:t>: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dense layer with </a:t>
            </a:r>
            <a:r>
              <a:rPr lang="en-US" dirty="0" err="1"/>
              <a:t>ReLU</a:t>
            </a:r>
            <a:r>
              <a:rPr lang="en-US" dirty="0"/>
              <a:t> activation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an output layer with </a:t>
            </a:r>
            <a:r>
              <a:rPr lang="en-US" dirty="0" err="1"/>
              <a:t>softmax</a:t>
            </a:r>
            <a:r>
              <a:rPr lang="en-US" dirty="0"/>
              <a:t> activation function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At last we compiled the model using Adam Optimizer and Sparse Categorical </a:t>
            </a:r>
            <a:r>
              <a:rPr lang="en-US" dirty="0" err="1"/>
              <a:t>Crossentropy</a:t>
            </a:r>
            <a:r>
              <a:rPr lang="en-US" dirty="0"/>
              <a:t>, and trained the model for 5 epochs.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13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tensorflow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2675" y="2427682"/>
            <a:ext cx="7464182" cy="386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9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tensorflow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354" y="1672844"/>
            <a:ext cx="7693821" cy="463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84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Tenserflow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3056" y="2778125"/>
            <a:ext cx="85820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62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971" y="2186719"/>
            <a:ext cx="8869679" cy="408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20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220685"/>
            <a:ext cx="9187216" cy="323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68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5291" y="1981994"/>
            <a:ext cx="6831334" cy="362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97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2411" y="2974154"/>
            <a:ext cx="6702011" cy="322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607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119</TotalTime>
  <Words>281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Courier New</vt:lpstr>
      <vt:lpstr>Tw Cen MT</vt:lpstr>
      <vt:lpstr>Tw Cen MT Condensed</vt:lpstr>
      <vt:lpstr>Wingdings 3</vt:lpstr>
      <vt:lpstr>Integral</vt:lpstr>
      <vt:lpstr>Data science</vt:lpstr>
      <vt:lpstr>tensorflow</vt:lpstr>
      <vt:lpstr>tensorflow</vt:lpstr>
      <vt:lpstr>tensorflow</vt:lpstr>
      <vt:lpstr>tensorflow</vt:lpstr>
      <vt:lpstr>tensorflow</vt:lpstr>
      <vt:lpstr>Tenserflow </vt:lpstr>
      <vt:lpstr>Example 1 </vt:lpstr>
      <vt:lpstr>Example 1 </vt:lpstr>
      <vt:lpstr>Example2</vt:lpstr>
      <vt:lpstr>Example2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Admin</dc:creator>
  <cp:lastModifiedBy>Admin</cp:lastModifiedBy>
  <cp:revision>12</cp:revision>
  <dcterms:created xsi:type="dcterms:W3CDTF">2025-03-21T22:50:04Z</dcterms:created>
  <dcterms:modified xsi:type="dcterms:W3CDTF">2025-03-22T17:25:21Z</dcterms:modified>
</cp:coreProperties>
</file>